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a907699c9943b1" /><Relationship Type="http://schemas.openxmlformats.org/officeDocument/2006/relationships/extended-properties" Target="/docProps/app.xml" Id="R61afa54e41ca4f02" /><Relationship Type="http://schemas.openxmlformats.org/officeDocument/2006/relationships/officeDocument" Target="/ppt/presentation.xml" Id="R592fbf0ba1364a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914a4dc74149b3"/>
  </p:sldMasterIdLst>
  <p:notesMasterIdLst>
    <p:notesMasterId xmlns:r="http://schemas.openxmlformats.org/officeDocument/2006/relationships" r:id="R16d09b17699c4f74"/>
  </p:notesMasterIdLst>
  <p:sldIdLst>
    <p:sldId xmlns:r="http://schemas.openxmlformats.org/officeDocument/2006/relationships" id="256" r:id="Rf5adb025f39b4291"/>
    <p:sldId xmlns:r="http://schemas.openxmlformats.org/officeDocument/2006/relationships" id="257" r:id="R3c4f7fc9ef434b19"/>
    <p:sldId xmlns:r="http://schemas.openxmlformats.org/officeDocument/2006/relationships" id="258" r:id="R1d2d3a999b2b4d2e"/>
    <p:sldId xmlns:r="http://schemas.openxmlformats.org/officeDocument/2006/relationships" id="259" r:id="R8fe950f0e5584481"/>
    <p:sldId xmlns:r="http://schemas.openxmlformats.org/officeDocument/2006/relationships" id="260" r:id="R67d9ae56a9d04ed5"/>
    <p:sldId xmlns:r="http://schemas.openxmlformats.org/officeDocument/2006/relationships" id="261" r:id="R48f8a478883c40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c8a1eae0fc4572" /><Relationship Type="http://schemas.openxmlformats.org/officeDocument/2006/relationships/slideMaster" Target="/ppt/slideMasters/slideMaster1.xml" Id="R9c914a4dc74149b3" /><Relationship Type="http://schemas.openxmlformats.org/officeDocument/2006/relationships/notesMaster" Target="/ppt/notesMasters/notesMaster1.xml" Id="R16d09b17699c4f74" /><Relationship Type="http://schemas.openxmlformats.org/officeDocument/2006/relationships/presProps" Target="/ppt/presProps.xml" Id="Reb5e0598afcb4a9b" /><Relationship Type="http://schemas.openxmlformats.org/officeDocument/2006/relationships/tableStyles" Target="/ppt/tableStyles.xml" Id="R789735552ec04ae8" /><Relationship Type="http://schemas.openxmlformats.org/officeDocument/2006/relationships/slide" Target="/ppt/slides/slide1.xml" Id="Rf5adb025f39b4291" /><Relationship Type="http://schemas.openxmlformats.org/officeDocument/2006/relationships/slide" Target="/ppt/slides/slide2.xml" Id="R3c4f7fc9ef434b19" /><Relationship Type="http://schemas.openxmlformats.org/officeDocument/2006/relationships/slide" Target="/ppt/slides/slide3.xml" Id="R1d2d3a999b2b4d2e" /><Relationship Type="http://schemas.openxmlformats.org/officeDocument/2006/relationships/slide" Target="/ppt/slides/slide4.xml" Id="R8fe950f0e5584481" /><Relationship Type="http://schemas.openxmlformats.org/officeDocument/2006/relationships/slide" Target="/ppt/slides/slide5.xml" Id="R67d9ae56a9d04ed5" /><Relationship Type="http://schemas.openxmlformats.org/officeDocument/2006/relationships/slide" Target="/ppt/slides/slide6.xml" Id="R48f8a478883c40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a3ce182b4a44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5828d871fa4a44" /><Relationship Type="http://schemas.openxmlformats.org/officeDocument/2006/relationships/notesMaster" Target="/ppt/notesMasters/notesMaster1.xml" Id="R484352851e2443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2cae5f825f4cfe" /><Relationship Type="http://schemas.openxmlformats.org/officeDocument/2006/relationships/notesMaster" Target="/ppt/notesMasters/notesMaster1.xml" Id="R8d8b0c1f607348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9163a77b84483a" /><Relationship Type="http://schemas.openxmlformats.org/officeDocument/2006/relationships/notesMaster" Target="/ppt/notesMasters/notesMaster1.xml" Id="R896d31b416e742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5d353aca8f41c7" /><Relationship Type="http://schemas.openxmlformats.org/officeDocument/2006/relationships/notesMaster" Target="/ppt/notesMasters/notesMaster1.xml" Id="Rb3f1dda76d964b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6877ee5fee4f2e" /><Relationship Type="http://schemas.openxmlformats.org/officeDocument/2006/relationships/notesMaster" Target="/ppt/notesMasters/notesMaster1.xml" Id="R27aa33d040af40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9f09ffdb1a4910" /><Relationship Type="http://schemas.openxmlformats.org/officeDocument/2006/relationships/notesMaster" Target="/ppt/notesMasters/notesMaster1.xml" Id="R63ef9d239bdc4c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Template slide. Replace every prompt; do not add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Show the question and provenance before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Replace the prompts; explain EXCLUDE decisions in the callout rather than squeezing prose into a table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Use exported PNGs; keep axes, units, and color contrast legible.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Complete one extension only; the six-slide count includes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Return to the original question; distinguish evidence from design judgment.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aec0c4b8d47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7837820b48439d" /><Relationship Type="http://schemas.openxmlformats.org/officeDocument/2006/relationships/slideLayout" Target="/ppt/slideLayouts/slideLayout1.xml" Id="R1b1e61d9429f46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1e61d9429f46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97cedac7340e8" /><Relationship Type="http://schemas.openxmlformats.org/officeDocument/2006/relationships/notesSlide" Target="/ppt/notesSlides/notesSlide1.xml" Id="R7504e817506141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e6420252e4704" /><Relationship Type="http://schemas.openxmlformats.org/officeDocument/2006/relationships/notesSlide" Target="/ppt/notesSlides/notesSlide2.xml" Id="Ra76bf02961ee4c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4af464fb74670" /><Relationship Type="http://schemas.openxmlformats.org/officeDocument/2006/relationships/notesSlide" Target="/ppt/notesSlides/notesSlide3.xml" Id="R5e28929de5de45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dbfe545ad48bf" /><Relationship Type="http://schemas.openxmlformats.org/officeDocument/2006/relationships/notesSlide" Target="/ppt/notesSlides/notesSlide4.xml" Id="R5b642d5c8fb449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ee7b2d5164513" /><Relationship Type="http://schemas.openxmlformats.org/officeDocument/2006/relationships/notesSlide" Target="/ppt/notesSlides/notesSlide5.xml" Id="R8b00892779dc46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1ea81818b42cd" /><Relationship Type="http://schemas.openxmlformats.org/officeDocument/2006/relationships/notesSlide" Target="/ppt/notesSlides/notesSlide6.xml" Id="R96d146d86b7f47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1AA289B0-8923-49FD-A66B-D3CC803D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92EFB548-D535-4E75-A73E-BBA4D8B4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1E81995A-A12F-4C22-9640-77824C31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5C204B3D-539E-494A-B4AA-09B227B6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PROJECT 1 · EVIDENCE BEFORE DESIGN · SIX-SLIDE TEMPLATE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7A202F82-93C6-43B9-8EEE-F072195A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with one bounded evidence claim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FA30C64-8D36-4E88-988C-927A9C5B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Student · dataset · Project 1 pin-up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F183F-7DB9-4FE1-823C-6E164C29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4EE7EBCE-668D-4EEA-8D50-CF26B478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936281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649E4132-E4B8-4436-AFDE-34E7815D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498676-2C5C-4F39-A6A2-6E6C4A4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 · Question, data, and trustworthiness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12823-39F3-4343-811A-F06B2DB2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1C5FD1A-AC2D-42B1-9871-8EA1C727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Project 1 · Evidence Before Design · Six-Slide Template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23397BE-2CC0-49EE-BE87-D72B2B04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CE522E2A-F69C-4AF0-8C55-1A60451D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6AFB486E-A8F3-4C8B-B7CC-52AE6E05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796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answerable architectural question · why it matters · unit of analysis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AFD89945-1DFA-4F43-BA0A-F9FA197F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03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DATA EVIDENCE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84CDB065-18E0-4B73-96E3-664E45F6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9796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Source · what one row means · units · n_rows and n_measured · cleaning decision · one key check</a:t>
            </a:r>
          </a:p>
        </p:txBody>
      </p:sp>
    </p:spTree>
    <p:extLst>
      <p:ext uri="{BB962C8B-B14F-4D97-AF65-F5344CB8AC3E}">
        <p14:creationId xmlns:p14="http://schemas.microsoft.com/office/powerpoint/2010/main" val="3959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405ADC0A-4FE6-44F2-81E3-9275CF0F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6E3035-A949-4079-AC75-EE93F6F2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 · Group comparison and outlier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17ADD-04E1-4B62-A53B-440F6B1F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E25C88D-870A-4D75-A058-88B61FC0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Project 1 · Evidence Before Design · Six-Slide Template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F7DCB3D-5DA7-43E9-A5EC-40DFD155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29DEC-B3E7-4B9A-AC6D-DAFB9D5C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3F90FBC2-3257-4210-8D1C-13A0FB12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7EBBF-E80B-47AA-A27B-AE4CBC3B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62B083AB-DEB0-479B-811D-FB5FA533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 measured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9C295-F2A1-4C63-9777-3E1159AA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BD25A5B2-F20D-416F-A21F-8C6B5D27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65C07-D606-4786-B281-135A8931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C355A0C3-4F75-4BE9-B94B-BB1F47C1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9D5F3-070F-4684-822D-3E440464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5864F0BE-3F2D-48B9-9F6D-3150E11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group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C05AF-D263-4D06-B765-190BD5E3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6CC176E3-AEC7-401D-A0FE-8BF16029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8B370-65EE-4AC0-B844-BA7E0A5E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2DD09ED9-EB7A-4AB3-A8DD-0CCCA46F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mean / median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41179-528F-453B-9F1B-E194821C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21DCFD6F-C75B-4BA8-AE41-DCE0A481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D0340-D957-47E1-A1D4-EB00D66B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66D12E4B-C59A-4AE4-9D0A-39B0CD07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case to 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9C1F11-1A67-4827-BF26-F226AF6F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386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11DF33C1-3471-4683-A453-196F8DB4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148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380F4-4888-45E1-982E-BDC852E8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386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41111571-61A8-461E-9AB8-A7ACC2FC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48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value + unit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080A42-9A63-4ADE-836B-53BD1247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386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D63203B6-D5C7-4725-B4BC-7F89DD04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148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3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8A127A0F-C7B1-4C84-9AA6-EE3D1EC9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1" name="callout">
            <a:extLst xmlns:a="http://schemas.openxmlformats.org/drawingml/2006/main">
              <a:ext uri="{FF2B5EF4-FFF2-40B4-BE49-F238E27FC236}">
                <a16:creationId xmlns:a16="http://schemas.microsoft.com/office/drawing/2014/main" id="{27B89FC3-2303-4FA7-BBC3-3C544A45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Show grouped evidence, one checked IQR decision, and a sensitivity check. Missing values and numeric outliers are separate flags.</a:t>
            </a:r>
          </a:p>
        </p:txBody>
      </p:sp>
    </p:spTree>
    <p:extLst>
      <p:ext uri="{BB962C8B-B14F-4D97-AF65-F5344CB8AC3E}">
        <p14:creationId xmlns:p14="http://schemas.microsoft.com/office/powerpoint/2010/main" val="1901329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A2EC562C-009E-47D7-B9B9-22FAC22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992296-E260-4180-8E77-FA2905DF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 · Two static figures answer two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A1A67-485C-4BE1-B4DE-C2CFAB02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F2C712B-D00D-4549-AF48-2892C069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Project 1 · Evidence Before Design · Six-Slide Template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6144DF7-2158-4054-9B4B-D0BBA7D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990C395F-DC29-4604-8DFA-C72B37E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FIGURE 1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BDECA61F-438E-447D-BEA2-0290EF01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2711"/>
            <a:ext cx="52197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Insert a distribution or group comparison. Label axes and units; add alt text and one finding sentence.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C58677D8-C515-4110-BD61-164C0031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FIGURE 2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65683609-0A83-44FE-8A51-65B01F9C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271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Insert a relationship or change figure. Annotate the important case and state what it means.</a:t>
            </a:r>
          </a:p>
        </p:txBody>
      </p:sp>
    </p:spTree>
    <p:extLst>
      <p:ext uri="{BB962C8B-B14F-4D97-AF65-F5344CB8AC3E}">
        <p14:creationId xmlns:p14="http://schemas.microsoft.com/office/powerpoint/2010/main" val="225203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0954072A-FF0D-4CD8-8AEF-1BDDC872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268D34-6820-471F-BA05-05B5565D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 · One extension: map or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C4FC0-1020-4E40-AD86-DE2F1760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10A66B0-3D6A-42FB-971E-3E36C6D6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Project 1 · Evidence Before Design · Six-Slide Template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7D37564-6A05-4C02-B00D-35BDF647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81F01B57-3BB1-440E-B6C3-E0D5DEFB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INSERT OUTPUT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14EE8A3D-F65B-42B1-911B-28EE5672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Map: CRS, operation, legend, and spatial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Animation: changing variable, fixed conditions, and what motion reveals.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E6C04619-1FE9-4AB1-8AAE-4043E29E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1D207836-8E1D-45B4-8D6D-729DA521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finding · one limitation · one sentence explaining how the extension qualifies the static evidence</a:t>
            </a:r>
          </a:p>
        </p:txBody>
      </p:sp>
    </p:spTree>
    <p:extLst>
      <p:ext uri="{BB962C8B-B14F-4D97-AF65-F5344CB8AC3E}">
        <p14:creationId xmlns:p14="http://schemas.microsoft.com/office/powerpoint/2010/main" val="701510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5C7B769B-0CD8-466C-AE04-7C67FACC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PROJECT 1 · EVIDENCE BEFORE DESIGN · SIX-SLIDE TEMPLATE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0300353-D856-46AE-9175-41121C17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· Recommendation, limits, and next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CAA6A-E587-44CB-B557-3513A14E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68A68F18-ED45-4389-A9AB-0AAC0BCC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6844DA82-56B4-4E41-A1C0-46105F15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with the bounded recommendation.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192A07EF-89BC-4AAA-A6F1-D5CF34B1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078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B8D8784C-C627-4185-8D4B-2EF9DD0A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2686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with limitation 1.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0FA14930-F76B-4219-ACED-10AD9F75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837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5A1924BF-291A-4DD0-A098-29C5D7FE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00272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with limitation 2.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27C16E9B-213A-47FB-9BF7-A6E5C9F8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5958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350D0D8E-CB33-47C0-87EA-7E10BC81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7858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with the next evidence-gathering step.</a:t>
            </a:r>
          </a:p>
        </p:txBody>
      </p:sp>
    </p:spTree>
    <p:extLst>
      <p:ext uri="{BB962C8B-B14F-4D97-AF65-F5344CB8AC3E}">
        <p14:creationId xmlns:p14="http://schemas.microsoft.com/office/powerpoint/2010/main" val="1607199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2026-08-20T16:20:57.4100000Z</dcterms:created>
  <dcterms:modified xsi:type="dcterms:W3CDTF">2026-08-20T16:20:57.4100000Z</dcterms:modified>
</coreProperties>
</file>